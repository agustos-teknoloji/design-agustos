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636080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pataraz.com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605790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EFCF2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EFCF2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EFCF2"/>
          </a:solidFill>
          <a:ln w="12700">
            <a:solidFill>
              <a:srgbClr val="FEFCF2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646176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pataraz.com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Pataraz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Pataraz Template</dc:title>
  <dc:subject>Pataraz editable presentation template</dc:subject>
  <dc:creator>Ağustos Design System</dc:creator>
  <cp:lastModifiedBy>Ağustos Design System</cp:lastModifiedBy>
  <cp:revision>1</cp:revision>
  <dcterms:created xsi:type="dcterms:W3CDTF">2026-09-03T17:32:13Z</dcterms:created>
  <dcterms:modified xsi:type="dcterms:W3CDTF">2026-09-03T17:32:13Z</dcterms:modified>
</cp:coreProperties>
</file>