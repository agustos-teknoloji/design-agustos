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araz-lockup_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926080" cy="6461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7432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A1A1A"/>
                </a:solidFill>
                <a:latin typeface="Inter Tight"/>
              </a:rPr>
              <a:t>Presentation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0233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A4A4A"/>
                </a:solidFill>
                <a:latin typeface="Inter"/>
              </a:rPr>
              <a:t>Subtitle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4C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araz-lockup_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2743200" cy="60579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8346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EFCF2"/>
                </a:solidFill>
                <a:latin typeface="Inter Tight"/>
              </a:rPr>
              <a:t>Section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Inter Tight"/>
              </a:rPr>
              <a:t>Content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First point in Inter body type.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Second point — keep it tight.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Third point, with a brand-red accent on links.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araz-lockup_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77440"/>
            <a:ext cx="2743200" cy="60579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74903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4CC"/>
                </a:solidFill>
                <a:latin typeface="Inter Tight"/>
              </a:rPr>
              <a:t>pataraz.com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