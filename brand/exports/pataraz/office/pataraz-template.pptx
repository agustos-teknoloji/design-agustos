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880360" cy="636080"/>
          </a:xfrm>
          <a:prstGeom prst="rect">
            <a:avLst/>
          </a:prstGeom>
        </p:spPr>
      </p:pic>
      <p:sp>
        <p:nvSpPr>
          <p:cNvPr id="3" name="presentation-label"/>
          <p:cNvSpPr/>
          <p:nvPr/>
        </p:nvSpPr>
        <p:spPr>
          <a:xfrm>
            <a:off x="82296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" name="presentation-title"/>
          <p:cNvSpPr/>
          <p:nvPr/>
        </p:nvSpPr>
        <p:spPr>
          <a:xfrm>
            <a:off x="822960" y="267004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5" name="presentation-subtitle"/>
          <p:cNvSpPr/>
          <p:nvPr/>
        </p:nvSpPr>
        <p:spPr>
          <a:xfrm>
            <a:off x="822960" y="39136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subtitle, author, or date</a:t>
            </a:r>
            <a:endParaRPr lang="en-US" sz="2000" dirty="0"/>
          </a:p>
        </p:txBody>
      </p:sp>
      <p:sp>
        <p:nvSpPr>
          <p:cNvPr id="6" name="title-signal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7" name="title-domain"/>
          <p:cNvSpPr/>
          <p:nvPr/>
        </p:nvSpPr>
        <p:spPr>
          <a:xfrm>
            <a:off x="8229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pataraz.com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743200" cy="605790"/>
          </a:xfrm>
          <a:prstGeom prst="rect">
            <a:avLst/>
          </a:prstGeom>
        </p:spPr>
      </p:pic>
      <p:sp>
        <p:nvSpPr>
          <p:cNvPr id="3" name="section-number"/>
          <p:cNvSpPr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ection-title"/>
          <p:cNvSpPr/>
          <p:nvPr/>
        </p:nvSpPr>
        <p:spPr>
          <a:xfrm>
            <a:off x="822960" y="2761488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5" name="section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FDF5F5"/>
          </a:solidFill>
          <a:ln w="12700">
            <a:solidFill>
              <a:srgbClr val="FDF5F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</a:t>
            </a:r>
            <a:endParaRPr lang="en-US" sz="1200" dirty="0"/>
          </a:p>
        </p:txBody>
      </p:sp>
      <p:sp>
        <p:nvSpPr>
          <p:cNvPr id="3" name="content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Content slide</a:t>
            </a:r>
            <a:endParaRPr lang="en-US" sz="3600" dirty="0"/>
          </a:p>
        </p:txBody>
      </p:sp>
      <p:sp>
        <p:nvSpPr>
          <p:cNvPr id="4" name="content-rule"/>
          <p:cNvSpPr/>
          <p:nvPr/>
        </p:nvSpPr>
        <p:spPr>
          <a:xfrm>
            <a:off x="822960" y="175564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5" name="content-lead"/>
          <p:cNvSpPr/>
          <p:nvPr/>
        </p:nvSpPr>
        <p:spPr>
          <a:xfrm>
            <a:off x="822960" y="21488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Lead with one clear point.</a:t>
            </a:r>
            <a:endParaRPr lang="en-US" sz="3200" dirty="0"/>
          </a:p>
        </p:txBody>
      </p:sp>
      <p:sp>
        <p:nvSpPr>
          <p:cNvPr id="6" name="content-body"/>
          <p:cNvSpPr/>
          <p:nvPr/>
        </p:nvSpPr>
        <p:spPr>
          <a:xfrm>
            <a:off x="5943600" y="2148840"/>
            <a:ext cx="5425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it with concise evidence. Keep the composition aligned to the shared frame and reserve red for links, markers, and small signals.</a:t>
            </a:r>
            <a:endParaRPr lang="en-US" sz="2000" dirty="0"/>
          </a:p>
        </p:txBody>
      </p:sp>
      <p:sp>
        <p:nvSpPr>
          <p:cNvPr id="7" name="content-point-1"/>
          <p:cNvSpPr/>
          <p:nvPr/>
        </p:nvSpPr>
        <p:spPr>
          <a:xfrm>
            <a:off x="59436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First supporting point</a:t>
            </a:r>
            <a:endParaRPr lang="en-US" sz="2000" dirty="0"/>
          </a:p>
        </p:txBody>
      </p:sp>
      <p:sp>
        <p:nvSpPr>
          <p:cNvPr id="8" name="content-point-2"/>
          <p:cNvSpPr/>
          <p:nvPr/>
        </p:nvSpPr>
        <p:spPr>
          <a:xfrm>
            <a:off x="59436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Second supporting point</a:t>
            </a:r>
            <a:endParaRPr lang="en-US" sz="2000" dirty="0"/>
          </a:p>
        </p:txBody>
      </p:sp>
      <p:sp>
        <p:nvSpPr>
          <p:cNvPr id="9" name="content-point-3"/>
          <p:cNvSpPr/>
          <p:nvPr/>
        </p:nvSpPr>
        <p:spPr>
          <a:xfrm>
            <a:off x="59436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Third supporting point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data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Structured information</a:t>
            </a:r>
            <a:endParaRPr lang="en-US" sz="3600" dirty="0"/>
          </a:p>
        </p:txBody>
      </p:sp>
      <p:sp>
        <p:nvSpPr>
          <p:cNvPr id="4" name="data-header-0"/>
          <p:cNvSpPr/>
          <p:nvPr/>
        </p:nvSpPr>
        <p:spPr>
          <a:xfrm>
            <a:off x="822960" y="1938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</a:t>
            </a:r>
            <a:endParaRPr lang="en-US" sz="1200" dirty="0"/>
          </a:p>
        </p:txBody>
      </p:sp>
      <p:sp>
        <p:nvSpPr>
          <p:cNvPr id="5" name="data-header-1"/>
          <p:cNvSpPr/>
          <p:nvPr/>
        </p:nvSpPr>
        <p:spPr>
          <a:xfrm>
            <a:off x="4892040" y="19385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Current</a:t>
            </a:r>
            <a:endParaRPr lang="en-US" sz="1200" dirty="0"/>
          </a:p>
        </p:txBody>
      </p:sp>
      <p:sp>
        <p:nvSpPr>
          <p:cNvPr id="6" name="data-header-2"/>
          <p:cNvSpPr/>
          <p:nvPr/>
        </p:nvSpPr>
        <p:spPr>
          <a:xfrm>
            <a:off x="8183880" y="19385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7" name="data-rule-0"/>
          <p:cNvSpPr/>
          <p:nvPr/>
        </p:nvSpPr>
        <p:spPr>
          <a:xfrm>
            <a:off x="822960" y="230428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8" name="data-0-0"/>
          <p:cNvSpPr/>
          <p:nvPr/>
        </p:nvSpPr>
        <p:spPr>
          <a:xfrm>
            <a:off x="82296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content frame</a:t>
            </a:r>
            <a:endParaRPr lang="en-US" sz="2000" dirty="0"/>
          </a:p>
        </p:txBody>
      </p:sp>
      <p:sp>
        <p:nvSpPr>
          <p:cNvPr id="9" name="data-0-1"/>
          <p:cNvSpPr/>
          <p:nvPr/>
        </p:nvSpPr>
        <p:spPr>
          <a:xfrm>
            <a:off x="489204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920 px</a:t>
            </a:r>
            <a:endParaRPr lang="en-US" sz="2000" dirty="0"/>
          </a:p>
        </p:txBody>
      </p:sp>
      <p:sp>
        <p:nvSpPr>
          <p:cNvPr id="10" name="data-0-2"/>
          <p:cNvSpPr/>
          <p:nvPr/>
        </p:nvSpPr>
        <p:spPr>
          <a:xfrm>
            <a:off x="818388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2000" dirty="0"/>
          </a:p>
        </p:txBody>
      </p:sp>
      <p:sp>
        <p:nvSpPr>
          <p:cNvPr id="11" name="data-rule-1"/>
          <p:cNvSpPr/>
          <p:nvPr/>
        </p:nvSpPr>
        <p:spPr>
          <a:xfrm>
            <a:off x="822960" y="3108960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2" name="data-1-0"/>
          <p:cNvSpPr/>
          <p:nvPr/>
        </p:nvSpPr>
        <p:spPr>
          <a:xfrm>
            <a:off x="82296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interaction</a:t>
            </a:r>
            <a:endParaRPr lang="en-US" sz="2000" dirty="0"/>
          </a:p>
        </p:txBody>
      </p:sp>
      <p:sp>
        <p:nvSpPr>
          <p:cNvPr id="13" name="data-1-1"/>
          <p:cNvSpPr/>
          <p:nvPr/>
        </p:nvSpPr>
        <p:spPr>
          <a:xfrm>
            <a:off x="4892040" y="3273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 ms</a:t>
            </a:r>
            <a:endParaRPr lang="en-US" sz="2000" dirty="0"/>
          </a:p>
        </p:txBody>
      </p:sp>
      <p:sp>
        <p:nvSpPr>
          <p:cNvPr id="14" name="data-1-2"/>
          <p:cNvSpPr/>
          <p:nvPr/>
        </p:nvSpPr>
        <p:spPr>
          <a:xfrm>
            <a:off x="8183880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short</a:t>
            </a:r>
            <a:endParaRPr lang="en-US" sz="2000" dirty="0"/>
          </a:p>
        </p:txBody>
      </p:sp>
      <p:sp>
        <p:nvSpPr>
          <p:cNvPr id="15" name="data-rule-2"/>
          <p:cNvSpPr/>
          <p:nvPr/>
        </p:nvSpPr>
        <p:spPr>
          <a:xfrm>
            <a:off x="822960" y="391363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6" name="data-2-0"/>
          <p:cNvSpPr/>
          <p:nvPr/>
        </p:nvSpPr>
        <p:spPr>
          <a:xfrm>
            <a:off x="822960" y="4078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red</a:t>
            </a:r>
            <a:endParaRPr lang="en-US" sz="2000" dirty="0"/>
          </a:p>
        </p:txBody>
      </p:sp>
      <p:sp>
        <p:nvSpPr>
          <p:cNvPr id="17" name="data-2-1"/>
          <p:cNvSpPr/>
          <p:nvPr/>
        </p:nvSpPr>
        <p:spPr>
          <a:xfrm>
            <a:off x="4892040" y="40782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2000" dirty="0"/>
          </a:p>
        </p:txBody>
      </p:sp>
      <p:sp>
        <p:nvSpPr>
          <p:cNvPr id="18" name="data-2-2"/>
          <p:cNvSpPr/>
          <p:nvPr/>
        </p:nvSpPr>
        <p:spPr>
          <a:xfrm>
            <a:off x="8183880" y="4078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selectively</a:t>
            </a:r>
            <a:endParaRPr lang="en-US" sz="2000" dirty="0"/>
          </a:p>
        </p:txBody>
      </p:sp>
      <p:sp>
        <p:nvSpPr>
          <p:cNvPr id="19" name="data-final-rule"/>
          <p:cNvSpPr/>
          <p:nvPr/>
        </p:nvSpPr>
        <p:spPr>
          <a:xfrm>
            <a:off x="822960" y="473659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20" name="data-caption"/>
          <p:cNvSpPr/>
          <p:nvPr/>
        </p:nvSpPr>
        <p:spPr>
          <a:xfrm>
            <a:off x="822960" y="50109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or explanatory note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95728"/>
            <a:ext cx="2926080" cy="646176"/>
          </a:xfrm>
          <a:prstGeom prst="rect">
            <a:avLst/>
          </a:prstGeom>
        </p:spPr>
      </p:pic>
      <p:sp>
        <p:nvSpPr>
          <p:cNvPr id="3" name="closing-domain"/>
          <p:cNvSpPr/>
          <p:nvPr/>
        </p:nvSpPr>
        <p:spPr>
          <a:xfrm>
            <a:off x="8229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pataraz.com</a:t>
            </a:r>
            <a:endParaRPr lang="en-US" sz="2000" dirty="0"/>
          </a:p>
        </p:txBody>
      </p:sp>
      <p:sp>
        <p:nvSpPr>
          <p:cNvPr id="4" name="closing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Pataraz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Pataraz Template</dc:title>
  <dc:subject>Pataraz editable presentation template</dc:subject>
  <dc:creator>Ağustos Design System</dc:creator>
  <cp:lastModifiedBy>Ağustos Design System</cp:lastModifiedBy>
  <cp:revision>1</cp:revision>
  <dcterms:created xsi:type="dcterms:W3CDTF">2026-09-13T12:48:15Z</dcterms:created>
  <dcterms:modified xsi:type="dcterms:W3CDTF">2026-09-13T12:48:15Z</dcterms:modified>
</cp:coreProperties>
</file>