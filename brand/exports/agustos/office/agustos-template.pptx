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10876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agustos.com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581787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EFCF2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EFCF2"/>
          </a:solidFill>
          <a:ln w="12700">
            <a:solidFill>
              <a:srgbClr val="FEFCF2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8E8"/>
          </a:solidFill>
          <a:ln w="12700">
            <a:solidFill>
              <a:srgbClr val="E8E8E8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A8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20573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agustos.com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3D0"/>
          </a:solidFill>
          <a:ln w="12700">
            <a:solidFill>
              <a:srgbClr val="E8E3D0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Ağustos Teknoloji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Ağustos Teknoloji Template</dc:title>
  <dc:subject>Ağustos Teknoloji editable presentation template</dc:subject>
  <dc:creator>Ağustos Design System</dc:creator>
  <cp:lastModifiedBy>Ağustos Design System</cp:lastModifiedBy>
  <cp:revision>1</cp:revision>
  <dcterms:created xsi:type="dcterms:W3CDTF">2026-07-19T17:38:28Z</dcterms:created>
  <dcterms:modified xsi:type="dcterms:W3CDTF">2026-07-19T17:38:28Z</dcterms:modified>
</cp:coreProperties>
</file>