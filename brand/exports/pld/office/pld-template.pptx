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ld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926080" cy="5120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A1A1A"/>
                </a:solidFill>
                <a:latin typeface="Inter Tight"/>
              </a:rPr>
              <a:t>Presentation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023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A4A4A"/>
                </a:solidFill>
                <a:latin typeface="Inter"/>
              </a:rPr>
              <a:t>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ld-lockup_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2743200" cy="4800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EFCF2"/>
                </a:solidFill>
                <a:latin typeface="Inter Tight"/>
              </a:rPr>
              <a:t>Section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Inter Tight"/>
              </a:rPr>
              <a:t>Content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First point in Inter body type.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Second point — keep it tight.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A1A1A"/>
                </a:solidFill>
                <a:latin typeface="Inter"/>
              </a:rPr>
              <a:t>•  Third point, with a brand-red accent on links.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C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ld-lockup_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40"/>
            <a:ext cx="2743200" cy="4800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74903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Inter Tight"/>
              </a:rPr>
              <a:t>pldturkiye.com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