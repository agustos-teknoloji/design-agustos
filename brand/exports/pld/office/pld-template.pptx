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504063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pldturkiye.com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48006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512064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pldturkiye.com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PLD Türkiye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PLD Türkiye Template</dc:title>
  <dc:subject>PLD Türkiye editable presentation template</dc:subject>
  <dc:creator>Ağustos Design System</dc:creator>
  <cp:lastModifiedBy>Ağustos Design System</cp:lastModifiedBy>
  <cp:revision>1</cp:revision>
  <dcterms:created xsi:type="dcterms:W3CDTF">2026-09-10T12:39:19Z</dcterms:created>
  <dcterms:modified xsi:type="dcterms:W3CDTF">2026-09-10T12:39:19Z</dcterms:modified>
</cp:coreProperties>
</file>