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ckup" descr="Brand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21792"/>
            <a:ext cx="2880360" cy="504063"/>
          </a:xfrm>
          <a:prstGeom prst="rect">
            <a:avLst/>
          </a:prstGeom>
        </p:spPr>
      </p:pic>
      <p:sp>
        <p:nvSpPr>
          <p:cNvPr id="3" name="presentation-label"/>
          <p:cNvSpPr/>
          <p:nvPr/>
        </p:nvSpPr>
        <p:spPr>
          <a:xfrm>
            <a:off x="822960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4" name="presentation-title"/>
          <p:cNvSpPr/>
          <p:nvPr/>
        </p:nvSpPr>
        <p:spPr>
          <a:xfrm>
            <a:off x="822960" y="2670048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130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Presentation title</a:t>
            </a:r>
            <a:endParaRPr lang="en-US" sz="5400" dirty="0"/>
          </a:p>
        </p:txBody>
      </p:sp>
      <p:sp>
        <p:nvSpPr>
          <p:cNvPr id="5" name="presentation-subtitle"/>
          <p:cNvSpPr/>
          <p:nvPr/>
        </p:nvSpPr>
        <p:spPr>
          <a:xfrm>
            <a:off x="822960" y="39136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concise subtitle, author, or date</a:t>
            </a:r>
            <a:endParaRPr lang="en-US" sz="2000" dirty="0"/>
          </a:p>
        </p:txBody>
      </p:sp>
      <p:sp>
        <p:nvSpPr>
          <p:cNvPr id="6" name="title-signal-rule"/>
          <p:cNvSpPr/>
          <p:nvPr/>
        </p:nvSpPr>
        <p:spPr>
          <a:xfrm>
            <a:off x="822960" y="5559552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7" name="title-domain"/>
          <p:cNvSpPr/>
          <p:nvPr/>
        </p:nvSpPr>
        <p:spPr>
          <a:xfrm>
            <a:off x="822960" y="5715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pldturkiye.com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ckup" descr="Brand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21792"/>
            <a:ext cx="2743200" cy="480060"/>
          </a:xfrm>
          <a:prstGeom prst="rect">
            <a:avLst/>
          </a:prstGeom>
        </p:spPr>
      </p:pic>
      <p:sp>
        <p:nvSpPr>
          <p:cNvPr id="3" name="section-number"/>
          <p:cNvSpPr/>
          <p:nvPr/>
        </p:nvSpPr>
        <p:spPr>
          <a:xfrm>
            <a:off x="82296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5F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section-title"/>
          <p:cNvSpPr/>
          <p:nvPr/>
        </p:nvSpPr>
        <p:spPr>
          <a:xfrm>
            <a:off x="822960" y="2761488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DF5F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Section title</a:t>
            </a:r>
            <a:endParaRPr lang="en-US" sz="4400" dirty="0"/>
          </a:p>
        </p:txBody>
      </p:sp>
      <p:sp>
        <p:nvSpPr>
          <p:cNvPr id="5" name="section-rule"/>
          <p:cNvSpPr/>
          <p:nvPr/>
        </p:nvSpPr>
        <p:spPr>
          <a:xfrm>
            <a:off x="822960" y="5559552"/>
            <a:ext cx="10545775" cy="10973"/>
          </a:xfrm>
          <a:prstGeom prst="rect">
            <a:avLst/>
          </a:prstGeom>
          <a:solidFill>
            <a:srgbClr val="FDF5F5"/>
          </a:solidFill>
          <a:ln w="12700">
            <a:solidFill>
              <a:srgbClr val="FDF5F5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/>
          <p:nvPr/>
        </p:nvSpPr>
        <p:spPr>
          <a:xfrm>
            <a:off x="822960" y="566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SECTION</a:t>
            </a:r>
            <a:endParaRPr lang="en-US" sz="1200" dirty="0"/>
          </a:p>
        </p:txBody>
      </p:sp>
      <p:sp>
        <p:nvSpPr>
          <p:cNvPr id="3" name="content-title"/>
          <p:cNvSpPr/>
          <p:nvPr/>
        </p:nvSpPr>
        <p:spPr>
          <a:xfrm>
            <a:off x="822960" y="9326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130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Content slide</a:t>
            </a:r>
            <a:endParaRPr lang="en-US" sz="3600" dirty="0"/>
          </a:p>
        </p:txBody>
      </p:sp>
      <p:sp>
        <p:nvSpPr>
          <p:cNvPr id="4" name="content-rule"/>
          <p:cNvSpPr/>
          <p:nvPr/>
        </p:nvSpPr>
        <p:spPr>
          <a:xfrm>
            <a:off x="822960" y="1755648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5" name="content-lead"/>
          <p:cNvSpPr/>
          <p:nvPr/>
        </p:nvSpPr>
        <p:spPr>
          <a:xfrm>
            <a:off x="822960" y="214884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30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Lead with one clear point.</a:t>
            </a:r>
            <a:endParaRPr lang="en-US" sz="3200" dirty="0"/>
          </a:p>
        </p:txBody>
      </p:sp>
      <p:sp>
        <p:nvSpPr>
          <p:cNvPr id="6" name="content-body"/>
          <p:cNvSpPr/>
          <p:nvPr/>
        </p:nvSpPr>
        <p:spPr>
          <a:xfrm>
            <a:off x="5943600" y="2148840"/>
            <a:ext cx="54251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it with concise evidence. Keep the composition aligned to the shared frame and reserve red for links, markers, and small signals.</a:t>
            </a:r>
            <a:endParaRPr lang="en-US" sz="2000" dirty="0"/>
          </a:p>
        </p:txBody>
      </p:sp>
      <p:sp>
        <p:nvSpPr>
          <p:cNvPr id="7" name="content-point-1"/>
          <p:cNvSpPr/>
          <p:nvPr/>
        </p:nvSpPr>
        <p:spPr>
          <a:xfrm>
            <a:off x="594360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First supporting point</a:t>
            </a:r>
            <a:endParaRPr lang="en-US" sz="2000" dirty="0"/>
          </a:p>
        </p:txBody>
      </p:sp>
      <p:sp>
        <p:nvSpPr>
          <p:cNvPr id="8" name="content-point-2"/>
          <p:cNvSpPr/>
          <p:nvPr/>
        </p:nvSpPr>
        <p:spPr>
          <a:xfrm>
            <a:off x="594360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Second supporting point</a:t>
            </a:r>
            <a:endParaRPr lang="en-US" sz="2000" dirty="0"/>
          </a:p>
        </p:txBody>
      </p:sp>
      <p:sp>
        <p:nvSpPr>
          <p:cNvPr id="9" name="content-point-3"/>
          <p:cNvSpPr/>
          <p:nvPr/>
        </p:nvSpPr>
        <p:spPr>
          <a:xfrm>
            <a:off x="594360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Third supporting point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-label"/>
          <p:cNvSpPr/>
          <p:nvPr/>
        </p:nvSpPr>
        <p:spPr>
          <a:xfrm>
            <a:off x="822960" y="566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data-title"/>
          <p:cNvSpPr/>
          <p:nvPr/>
        </p:nvSpPr>
        <p:spPr>
          <a:xfrm>
            <a:off x="822960" y="9326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130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Structured information</a:t>
            </a:r>
            <a:endParaRPr lang="en-US" sz="3600" dirty="0"/>
          </a:p>
        </p:txBody>
      </p:sp>
      <p:sp>
        <p:nvSpPr>
          <p:cNvPr id="4" name="data-header-0"/>
          <p:cNvSpPr/>
          <p:nvPr/>
        </p:nvSpPr>
        <p:spPr>
          <a:xfrm>
            <a:off x="822960" y="19385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Measure</a:t>
            </a:r>
            <a:endParaRPr lang="en-US" sz="1200" dirty="0"/>
          </a:p>
        </p:txBody>
      </p:sp>
      <p:sp>
        <p:nvSpPr>
          <p:cNvPr id="5" name="data-header-1"/>
          <p:cNvSpPr/>
          <p:nvPr/>
        </p:nvSpPr>
        <p:spPr>
          <a:xfrm>
            <a:off x="4892040" y="19385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Current</a:t>
            </a:r>
            <a:endParaRPr lang="en-US" sz="1200" dirty="0"/>
          </a:p>
        </p:txBody>
      </p:sp>
      <p:sp>
        <p:nvSpPr>
          <p:cNvPr id="6" name="data-header-2"/>
          <p:cNvSpPr/>
          <p:nvPr/>
        </p:nvSpPr>
        <p:spPr>
          <a:xfrm>
            <a:off x="8183880" y="193852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7" name="data-rule-0"/>
          <p:cNvSpPr/>
          <p:nvPr/>
        </p:nvSpPr>
        <p:spPr>
          <a:xfrm>
            <a:off x="822960" y="2304288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8" name="data-0-0"/>
          <p:cNvSpPr/>
          <p:nvPr/>
        </p:nvSpPr>
        <p:spPr>
          <a:xfrm>
            <a:off x="822960" y="2468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content frame</a:t>
            </a:r>
            <a:endParaRPr lang="en-US" sz="2000" dirty="0"/>
          </a:p>
        </p:txBody>
      </p:sp>
      <p:sp>
        <p:nvSpPr>
          <p:cNvPr id="9" name="data-0-1"/>
          <p:cNvSpPr/>
          <p:nvPr/>
        </p:nvSpPr>
        <p:spPr>
          <a:xfrm>
            <a:off x="4892040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920 px</a:t>
            </a:r>
            <a:endParaRPr lang="en-US" sz="2000" dirty="0"/>
          </a:p>
        </p:txBody>
      </p:sp>
      <p:sp>
        <p:nvSpPr>
          <p:cNvPr id="10" name="data-0-2"/>
          <p:cNvSpPr/>
          <p:nvPr/>
        </p:nvSpPr>
        <p:spPr>
          <a:xfrm>
            <a:off x="8183880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</a:t>
            </a:r>
            <a:endParaRPr lang="en-US" sz="2000" dirty="0"/>
          </a:p>
        </p:txBody>
      </p:sp>
      <p:sp>
        <p:nvSpPr>
          <p:cNvPr id="11" name="data-rule-1"/>
          <p:cNvSpPr/>
          <p:nvPr/>
        </p:nvSpPr>
        <p:spPr>
          <a:xfrm>
            <a:off x="822960" y="3108960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12" name="data-1-0"/>
          <p:cNvSpPr/>
          <p:nvPr/>
        </p:nvSpPr>
        <p:spPr>
          <a:xfrm>
            <a:off x="822960" y="3273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 interaction</a:t>
            </a:r>
            <a:endParaRPr lang="en-US" sz="2000" dirty="0"/>
          </a:p>
        </p:txBody>
      </p:sp>
      <p:sp>
        <p:nvSpPr>
          <p:cNvPr id="13" name="data-1-1"/>
          <p:cNvSpPr/>
          <p:nvPr/>
        </p:nvSpPr>
        <p:spPr>
          <a:xfrm>
            <a:off x="4892040" y="32735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120 ms</a:t>
            </a:r>
            <a:endParaRPr lang="en-US" sz="2000" dirty="0"/>
          </a:p>
        </p:txBody>
      </p:sp>
      <p:sp>
        <p:nvSpPr>
          <p:cNvPr id="14" name="data-1-2"/>
          <p:cNvSpPr/>
          <p:nvPr/>
        </p:nvSpPr>
        <p:spPr>
          <a:xfrm>
            <a:off x="8183880" y="3273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short</a:t>
            </a:r>
            <a:endParaRPr lang="en-US" sz="2000" dirty="0"/>
          </a:p>
        </p:txBody>
      </p:sp>
      <p:sp>
        <p:nvSpPr>
          <p:cNvPr id="15" name="data-rule-2"/>
          <p:cNvSpPr/>
          <p:nvPr/>
        </p:nvSpPr>
        <p:spPr>
          <a:xfrm>
            <a:off x="822960" y="3913632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16" name="data-2-0"/>
          <p:cNvSpPr/>
          <p:nvPr/>
        </p:nvSpPr>
        <p:spPr>
          <a:xfrm>
            <a:off x="822960" y="40782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red</a:t>
            </a:r>
            <a:endParaRPr lang="en-US" sz="2000" dirty="0"/>
          </a:p>
        </p:txBody>
      </p:sp>
      <p:sp>
        <p:nvSpPr>
          <p:cNvPr id="17" name="data-2-1"/>
          <p:cNvSpPr/>
          <p:nvPr/>
        </p:nvSpPr>
        <p:spPr>
          <a:xfrm>
            <a:off x="4892040" y="40782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</a:t>
            </a:r>
            <a:endParaRPr lang="en-US" sz="2000" dirty="0"/>
          </a:p>
        </p:txBody>
      </p:sp>
      <p:sp>
        <p:nvSpPr>
          <p:cNvPr id="18" name="data-2-2"/>
          <p:cNvSpPr/>
          <p:nvPr/>
        </p:nvSpPr>
        <p:spPr>
          <a:xfrm>
            <a:off x="8183880" y="40782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selectively</a:t>
            </a:r>
            <a:endParaRPr lang="en-US" sz="2000" dirty="0"/>
          </a:p>
        </p:txBody>
      </p:sp>
      <p:sp>
        <p:nvSpPr>
          <p:cNvPr id="19" name="data-final-rule"/>
          <p:cNvSpPr/>
          <p:nvPr/>
        </p:nvSpPr>
        <p:spPr>
          <a:xfrm>
            <a:off x="822960" y="4736592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20" name="data-caption"/>
          <p:cNvSpPr/>
          <p:nvPr/>
        </p:nvSpPr>
        <p:spPr>
          <a:xfrm>
            <a:off x="822960" y="501091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or explanatory note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ckup" descr="Brand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95728"/>
            <a:ext cx="2926080" cy="512064"/>
          </a:xfrm>
          <a:prstGeom prst="rect">
            <a:avLst/>
          </a:prstGeom>
        </p:spPr>
      </p:pic>
      <p:sp>
        <p:nvSpPr>
          <p:cNvPr id="3" name="closing-domain"/>
          <p:cNvSpPr/>
          <p:nvPr/>
        </p:nvSpPr>
        <p:spPr>
          <a:xfrm>
            <a:off x="822960" y="3511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pldturkiye.com</a:t>
            </a:r>
            <a:endParaRPr lang="en-US" sz="2000" dirty="0"/>
          </a:p>
        </p:txBody>
      </p:sp>
      <p:sp>
        <p:nvSpPr>
          <p:cNvPr id="4" name="closing-rule"/>
          <p:cNvSpPr/>
          <p:nvPr/>
        </p:nvSpPr>
        <p:spPr>
          <a:xfrm>
            <a:off x="822960" y="5559552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T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PLD Türkiye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PLD Türkiye Template</dc:title>
  <dc:subject>PLD Türkiye editable presentation template</dc:subject>
  <dc:creator>Ağustos Design System</dc:creator>
  <cp:lastModifiedBy>Ağustos Design System</cp:lastModifiedBy>
  <cp:revision>1</cp:revision>
  <dcterms:created xsi:type="dcterms:W3CDTF">2026-09-13T12:48:15Z</dcterms:created>
  <dcterms:modified xsi:type="dcterms:W3CDTF">2026-09-13T12:48:15Z</dcterms:modified>
</cp:coreProperties>
</file>